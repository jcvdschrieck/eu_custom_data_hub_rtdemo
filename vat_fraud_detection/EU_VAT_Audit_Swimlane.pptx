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EU VAT Audit System — End-to-End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76072"/>
            <a:ext cx="12188952" cy="3086100"/>
          </a:xfrm>
          <a:prstGeom prst="rect">
            <a:avLst/>
          </a:prstGeom>
          <a:solidFill>
            <a:srgbClr val="CCD9F0"/>
          </a:solidFill>
          <a:ln w="12700">
            <a:solidFill>
              <a:srgbClr val="C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62172"/>
            <a:ext cx="12188952" cy="3086100"/>
          </a:xfrm>
          <a:prstGeom prst="rect">
            <a:avLst/>
          </a:prstGeom>
          <a:solidFill>
            <a:srgbClr val="D0E8F5"/>
          </a:solidFill>
          <a:ln w="12700">
            <a:solidFill>
              <a:srgbClr val="D0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62172"/>
            <a:ext cx="12188952" cy="1828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6072"/>
            <a:ext cx="1115568" cy="30861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EU VAT Hub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European Institution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(port 8503 · 8502)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662172"/>
            <a:ext cx="1115568" cy="3086100"/>
          </a:xfrm>
          <a:prstGeom prst="rect">
            <a:avLst/>
          </a:prstGeom>
          <a:solidFill>
            <a:srgbClr val="145B94"/>
          </a:solidFill>
          <a:ln w="12700"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Ireland App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Irish Revenue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(port 8501)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5295" y="740664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25295" y="740664"/>
            <a:ext cx="1469571" cy="420624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16736" y="813816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339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795528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Centralise Invoice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243584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Synthetic dataset ingested: ~2,800 invoices across 10 EU member states.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Stores factual data only: parties, amounts, applied VAT rates, transaction classification.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No risk scoring — that is each member state's responsibility.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4514" y="2930652"/>
            <a:ext cx="911134" cy="475488"/>
          </a:xfrm>
          <a:prstGeom prst="rect">
            <a:avLst/>
          </a:prstGeom>
          <a:solidFill>
            <a:srgbClr val="217A3C"/>
          </a:solidFill>
          <a:ln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eu_vat.db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4514" y="2930652"/>
            <a:ext cx="911134" cy="104607"/>
          </a:xfrm>
          <a:prstGeom prst="rect">
            <a:avLst/>
          </a:prstGeom>
          <a:solidFill>
            <a:srgbClr val="D0EDD9"/>
          </a:solidFill>
          <a:ln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5451" y="740664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5451" y="740664"/>
            <a:ext cx="1469571" cy="420624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6891" y="813816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3399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9227" y="795528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Serve via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6035" y="1243584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FastAPI (port 8503) exposes invoice data.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Key endpoint: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GET /api/v1/invoices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?country=IE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&amp;date_from=…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All inbound requests logged: timestamp, client country, latency, records returned.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5606" y="3826763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5606" y="3826763"/>
            <a:ext cx="1469571" cy="420624"/>
          </a:xfrm>
          <a:prstGeom prst="rect">
            <a:avLst/>
          </a:prstGeom>
          <a:solidFill>
            <a:srgbClr val="145B94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7046" y="3899915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5B94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9382" y="3881627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Fetch Increment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6190" y="4329683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Irish app queries EU Hub for invoices dated after the Irish DB cutoff (&gt; 2026-03-25).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HTTP GET with header: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X-Client-Country: IE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Returns 25 new Irish records (2026-03-26 → 2026-03-30).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Outbound calls logged to eu_query_log.db.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5762" y="3826763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35762" y="3826763"/>
            <a:ext cx="1469571" cy="420624"/>
          </a:xfrm>
          <a:prstGeom prst="rect">
            <a:avLst/>
          </a:prstGeom>
          <a:solidFill>
            <a:srgbClr val="145B94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27202" y="3899915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5B94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538" y="3881627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Pre-Classify by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6346" y="4329683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Each invoice ranked using local supplier history (vat_audit.db):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HIGH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error rate ≥ 50%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or gross &gt; €15 000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MEDIUM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error rate ≥ 15%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or new supplier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LOW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clean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05917" y="3826763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05917" y="3826763"/>
            <a:ext cx="1469571" cy="420624"/>
          </a:xfrm>
          <a:prstGeom prst="rect">
            <a:avLst/>
          </a:prstGeom>
          <a:solidFill>
            <a:srgbClr val="145B94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97357" y="3899915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5B94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9693" y="3881627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Auditor Selects &amp; Queues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6501" y="4329683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Invoices displayed sorted: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HIGH → MEDIUM → LOW.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Auditor ticks the invoices of interest.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On 'Launch VAT Analysis', a second EU Hub query is made per selected record to retrieve the full InvoiceDetail (including line items).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Step 3 returned summaries only — line items are required for per-line LLM analysis in step 6.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6073" y="3826763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76073" y="3826763"/>
            <a:ext cx="1469571" cy="420624"/>
          </a:xfrm>
          <a:prstGeom prst="rect">
            <a:avLst/>
          </a:prstGeom>
          <a:solidFill>
            <a:srgbClr val="145B94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7513" y="3899915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5B94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9849" y="3881627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LLM Compliance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6657" y="4329683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Per invoice: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1. RAG retrieves Irish VAT legislation from ChromaDB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2. LM Studio (port 1234) returns verdict per line item: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 correct / incorrect / uncertain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3. Overall verdict: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 any incorrect → incorrect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Every call logged to analysis_log.db.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8369" y="6254495"/>
            <a:ext cx="1304979" cy="256032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LM Studio  (port 1234)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46228" y="3826763"/>
            <a:ext cx="1469571" cy="2756916"/>
          </a:xfrm>
          <a:prstGeom prst="rect">
            <a:avLst/>
          </a:prstGeom>
          <a:solidFill>
            <a:srgbClr val="FFFFFF"/>
          </a:solidFill>
          <a:ln w="19050"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46228" y="3826763"/>
            <a:ext cx="1469571" cy="420624"/>
          </a:xfrm>
          <a:prstGeom prst="rect">
            <a:avLst/>
          </a:prstGeom>
          <a:solidFill>
            <a:srgbClr val="145B94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37668" y="3899915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45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45B94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0004" y="3881627"/>
            <a:ext cx="8843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Save &amp; Review in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6812" y="4329683"/>
            <a:ext cx="1268403" cy="222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Results persisted to: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vat_audit.db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  history.json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Prioritization Dashboard ranks all analysed invoices by risk score.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Auditor reviews verdicts, rationales, and legislation excerpts.</a:t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333333"/>
                </a:solidFill>
              </a:rPr>
              <a:t>Re-analysis available from History page.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694867" y="2119122"/>
            <a:ext cx="100584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35178" y="5205222"/>
            <a:ext cx="100584" cy="0"/>
          </a:xfrm>
          <a:prstGeom prst="line">
            <a:avLst/>
          </a:prstGeom>
          <a:ln w="25400">
            <a:solidFill>
              <a:srgbClr val="145B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05333" y="5205222"/>
            <a:ext cx="100584" cy="0"/>
          </a:xfrm>
          <a:prstGeom prst="line">
            <a:avLst/>
          </a:prstGeom>
          <a:ln w="25400">
            <a:solidFill>
              <a:srgbClr val="145B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975489" y="5205222"/>
            <a:ext cx="100584" cy="0"/>
          </a:xfrm>
          <a:prstGeom prst="line">
            <a:avLst/>
          </a:prstGeom>
          <a:ln w="25400">
            <a:solidFill>
              <a:srgbClr val="145B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545644" y="5205222"/>
            <a:ext cx="100584" cy="0"/>
          </a:xfrm>
          <a:prstGeom prst="line">
            <a:avLst/>
          </a:prstGeom>
          <a:ln w="25400">
            <a:solidFill>
              <a:srgbClr val="145B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777086" y="3497580"/>
            <a:ext cx="0" cy="329183"/>
          </a:xfrm>
          <a:prstGeom prst="line">
            <a:avLst/>
          </a:prstGeom>
          <a:ln w="19050">
            <a:solidFill>
              <a:srgbClr val="009EA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364915" y="3497580"/>
            <a:ext cx="0" cy="329183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999846" y="32049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009EAB"/>
                </a:solidFill>
              </a:rPr>
              <a:t>GET /api/v1/invoices</a:t>
            </a:r>
          </a:p>
          <a:p>
            <a:pPr algn="r"/>
            <a:r>
              <a:rPr sz="650" b="0" i="0">
                <a:solidFill>
                  <a:srgbClr val="009EAB"/>
                </a:solidFill>
              </a:rPr>
              <a:t>?date_from=2026-03-26</a:t>
            </a:r>
          </a:p>
          <a:p>
            <a:pPr algn="r"/>
            <a:r>
              <a:rPr sz="650" b="0" i="0">
                <a:solidFill>
                  <a:srgbClr val="009EAB"/>
                </a:solidFill>
              </a:rPr>
              <a:t>X-Client-Country: IE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1491" y="32964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003399"/>
                </a:solidFill>
              </a:rPr>
              <a:t>25 IE invoices (JSON)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7946789" y="3497580"/>
            <a:ext cx="0" cy="329183"/>
          </a:xfrm>
          <a:prstGeom prst="line">
            <a:avLst/>
          </a:prstGeom>
          <a:ln w="19050">
            <a:solidFill>
              <a:srgbClr val="009EA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534617" y="3497580"/>
            <a:ext cx="0" cy="329183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123829" y="32598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009EAB"/>
                </a:solidFill>
              </a:rPr>
              <a:t>GET /api/v1/invoices/{id}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71193" y="32598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003399"/>
                </a:solidFill>
              </a:rPr>
              <a:t>InvoiceDetail</a:t>
            </a:r>
          </a:p>
          <a:p>
            <a:pPr algn="l"/>
            <a:r>
              <a:rPr sz="650" b="0" i="0">
                <a:solidFill>
                  <a:srgbClr val="003399"/>
                </a:solidFill>
              </a:rPr>
              <a:t>(with line items)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6620256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</a:rPr>
              <a:t>─── request / response within lane     - - - HTTP request (Ireland → EU Hub)     ─── HTTP response (EU Hub → Ireland)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