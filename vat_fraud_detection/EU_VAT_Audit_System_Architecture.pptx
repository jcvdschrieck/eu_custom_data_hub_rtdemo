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45752" cy="1371600"/>
          </a:xfrm>
          <a:prstGeom prst="rect">
            <a:avLst/>
          </a:prstGeom>
          <a:solidFill>
            <a:srgbClr val="1B2A4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</a:rPr>
              <a:t>EU VAT Audit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9E8F5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Functional  ·  Technical  ·  Data &amp; Request 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754880"/>
            <a:ext cx="2560320" cy="914400"/>
          </a:xfrm>
          <a:prstGeom prst="rect">
            <a:avLst/>
          </a:prstGeom>
          <a:solidFill>
            <a:srgbClr val="253555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🇮🇪 Ireland VAT App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8501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2704" y="4754880"/>
            <a:ext cx="2560320" cy="914400"/>
          </a:xfrm>
          <a:prstGeom prst="rect">
            <a:avLst/>
          </a:prstGeom>
          <a:solidFill>
            <a:srgbClr val="253555"/>
          </a:solidFill>
          <a:ln w="1905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🏛️ EU VAT Hub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API 8503 · UI 8502</a:t>
            </a:r>
          </a:p>
        </p:txBody>
      </p:sp>
      <p:sp>
        <p:nvSpPr>
          <p:cNvPr id="7" name="Rectangle 6"/>
          <p:cNvSpPr/>
          <p:nvPr/>
        </p:nvSpPr>
        <p:spPr>
          <a:xfrm>
            <a:off x="9262872" y="4754880"/>
            <a:ext cx="2560320" cy="914400"/>
          </a:xfrm>
          <a:prstGeom prst="rect">
            <a:avLst/>
          </a:prstGeom>
          <a:solidFill>
            <a:srgbClr val="253555"/>
          </a:solidFill>
          <a:ln w="1905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⚙️ LM Studio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1234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Functional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612648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Actors, systems and their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3931920" cy="5029200"/>
          </a:xfrm>
          <a:prstGeom prst="rect">
            <a:avLst/>
          </a:prstGeom>
          <a:solidFill>
            <a:srgbClr val="D9E8F5"/>
          </a:solidFill>
          <a:ln w="254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49039" cy="411480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🇮🇪  Ireland VAT App  (port 8501)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499C"/>
                </a:solidFill>
              </a:rPr>
              <a:t>· Maintains local Irish invoice DB (cutoff: 2026-03-25)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1109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499C"/>
                </a:solidFill>
              </a:rPr>
              <a:t>· Queries EU Hub for post-cutoff increment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13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499C"/>
                </a:solidFill>
              </a:rPr>
              <a:t>· Pre-classifies invoices HIGH / MEDIUM / 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157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499C"/>
                </a:solidFill>
              </a:rPr>
              <a:t>· Queues invoices for LLM compliance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1181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499C"/>
                </a:solidFill>
              </a:rPr>
              <a:t>· Verdict per line item: correct / incorrect / uncertain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20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499C"/>
                </a:solidFill>
              </a:rPr>
              <a:t>· Prioritization Dashboard with risk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227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499C"/>
                </a:solidFill>
              </a:rPr>
              <a:t>· Activity log for LLM calls &amp; outbound requests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005840"/>
            <a:ext cx="3931920" cy="5029200"/>
          </a:xfrm>
          <a:prstGeom prst="rect">
            <a:avLst/>
          </a:prstGeom>
          <a:solidFill>
            <a:srgbClr val="D5EFE3"/>
          </a:solidFill>
          <a:ln w="254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1005840"/>
            <a:ext cx="3749039" cy="411480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🏛️  EU VAT Hub  (API 8503 · UI 8502)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508760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6B4A"/>
                </a:solidFill>
              </a:rPr>
              <a:t>· Central invoice repository for all member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911095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6B4A"/>
                </a:solidFill>
              </a:rPr>
              <a:t>· Stores factual data only: amounts, parties,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31343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6B4A"/>
                </a:solidFill>
              </a:rPr>
              <a:t>   VAT rates applied, transaction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71576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6B4A"/>
                </a:solidFill>
              </a:rPr>
              <a:t>· No risk scoring — assessment is country's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118104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6B4A"/>
                </a:solidFill>
              </a:rPr>
              <a:t>· ~2,800 synthetic invoices across 10 countries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520440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6B4A"/>
                </a:solidFill>
              </a:rPr>
              <a:t>· Logs all inbound API requests (with country)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922776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6B4A"/>
                </a:solidFill>
              </a:rPr>
              <a:t>· Read-only EU Administrator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846320"/>
            <a:ext cx="2377440" cy="1417320"/>
          </a:xfrm>
          <a:prstGeom prst="rect">
            <a:avLst/>
          </a:prstGeom>
          <a:solidFill>
            <a:srgbClr val="EBD9F7"/>
          </a:solidFill>
          <a:ln w="19050">
            <a:solidFill>
              <a:srgbClr val="5E2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846320"/>
            <a:ext cx="2377440" cy="347472"/>
          </a:xfrm>
          <a:prstGeom prst="rect">
            <a:avLst/>
          </a:prstGeom>
          <a:solidFill>
            <a:srgbClr val="5E2A9A"/>
          </a:solidFill>
          <a:ln w="12700">
            <a:solidFill>
              <a:srgbClr val="5E2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⚙️  LM Studio  (port 1234)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30368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2A9A"/>
                </a:solidFill>
              </a:rPr>
              <a:t>· Chat model — VAT analysis
· Embedding model — legislation RAG
· OpenAI-compatible local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4846320"/>
            <a:ext cx="2011680" cy="1417320"/>
          </a:xfrm>
          <a:prstGeom prst="rect">
            <a:avLst/>
          </a:prstGeom>
          <a:solidFill>
            <a:srgbClr val="FEF3DC"/>
          </a:solidFill>
          <a:ln w="190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40" y="4846320"/>
            <a:ext cx="2011680" cy="347472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🗄️  ChromaDB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230368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5E00"/>
                </a:solidFill>
              </a:rPr>
              <a:t>· VAT legislation chunks
· Retrieved per line item
· Local vector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377440"/>
            <a:ext cx="146304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👤</a:t>
            </a:r>
          </a:p>
          <a:p>
            <a:pPr algn="ctr"/>
            <a:r>
              <a:rPr sz="1000" b="1">
                <a:solidFill>
                  <a:srgbClr val="333333"/>
                </a:solidFill>
              </a:rPr>
              <a:t>Irish Auditor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0" y="2377440"/>
            <a:ext cx="137160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👤</a:t>
            </a:r>
          </a:p>
          <a:p>
            <a:pPr algn="ctr"/>
            <a:r>
              <a:rPr sz="1000" b="1">
                <a:solidFill>
                  <a:srgbClr val="333333"/>
                </a:solidFill>
              </a:rPr>
              <a:t>EU Admin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60520" y="3520440"/>
            <a:ext cx="731520" cy="0"/>
          </a:xfrm>
          <a:prstGeom prst="line">
            <a:avLst/>
          </a:prstGeom>
          <a:ln w="25400">
            <a:solidFill>
              <a:srgbClr val="333333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14800" y="3246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</a:rPr>
              <a:t>HTTP REST
X-Client-Country: IE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823960" y="2788920"/>
            <a:ext cx="228600" cy="0"/>
          </a:xfrm>
          <a:prstGeom prst="line">
            <a:avLst/>
          </a:prstGeom>
          <a:ln w="19050">
            <a:solidFill>
              <a:srgbClr val="4472C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823960" y="3246120"/>
            <a:ext cx="228600" cy="0"/>
          </a:xfrm>
          <a:prstGeom prst="line">
            <a:avLst/>
          </a:prstGeom>
          <a:ln w="19050">
            <a:solidFill>
              <a:srgbClr val="2F9E6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823960" y="2788920"/>
            <a:ext cx="1874520" cy="0"/>
          </a:xfrm>
          <a:prstGeom prst="line">
            <a:avLst/>
          </a:prstGeom>
          <a:ln w="19050">
            <a:solidFill>
              <a:srgbClr val="2F9E6F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86000" y="6035040"/>
            <a:ext cx="0" cy="228600"/>
          </a:xfrm>
          <a:prstGeom prst="line">
            <a:avLst/>
          </a:prstGeom>
          <a:ln w="19050">
            <a:solidFill>
              <a:srgbClr val="7E57C2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331720" y="6035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E57C2"/>
                </a:solidFill>
              </a:rPr>
              <a:t>LLM calls
(local)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2926080" y="5486400"/>
            <a:ext cx="1005840" cy="548640"/>
          </a:xfrm>
          <a:prstGeom prst="line">
            <a:avLst/>
          </a:prstGeom>
          <a:ln w="19050">
            <a:solidFill>
              <a:srgbClr val="F4A021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00400" y="56875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4A021"/>
                </a:solidFill>
              </a:rPr>
              <a:t>RAG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Technical Architecture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612648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All components, entry points and connections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60120"/>
            <a:ext cx="5303520" cy="5349240"/>
          </a:xfrm>
          <a:prstGeom prst="rect">
            <a:avLst/>
          </a:prstGeom>
          <a:solidFill>
            <a:srgbClr val="D9E8F5"/>
          </a:solidFill>
          <a:ln w="1905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960120"/>
            <a:ext cx="5303520" cy="347472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🇮🇪  Ireland VAT App  (Streamlit · port 8501)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1F499C"/>
                </a:solidFill>
              </a:rPr>
              <a:t>pages/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5564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1 · Invoice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93976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2 · Prioritization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3230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3 · Case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7063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4 ·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1089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5 · EU Query / Increment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4728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6 · Activity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41732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1F499C"/>
                </a:solidFill>
              </a:rPr>
              <a:t>lib/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755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analyser.py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0939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analysis_log.py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323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eu_client.py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7706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database.py  ·  db_seeder.py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persistence.py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447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rag.py  ·  vector_store.py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251960"/>
            <a:ext cx="5120640" cy="1920240"/>
          </a:xfrm>
          <a:prstGeom prst="rect">
            <a:avLst/>
          </a:prstGeom>
          <a:solidFill>
            <a:srgbClr val="FEF3DC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C45E00"/>
                </a:solidFill>
              </a:rPr>
              <a:t>data/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617720"/>
            <a:ext cx="1417320" cy="347472"/>
          </a:xfrm>
          <a:prstGeom prst="rect">
            <a:avLst/>
          </a:prstGeom>
          <a:solidFill>
            <a:srgbClr val="FEF3DC"/>
          </a:solidFill>
          <a:ln w="63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C45E00"/>
                </a:solidFill>
              </a:rPr>
              <a:t>vat_audit.db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4617720"/>
            <a:ext cx="1417320" cy="347472"/>
          </a:xfrm>
          <a:prstGeom prst="rect">
            <a:avLst/>
          </a:prstGeom>
          <a:solidFill>
            <a:srgbClr val="FEF3DC"/>
          </a:solidFill>
          <a:ln w="63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C45E00"/>
                </a:solidFill>
              </a:rPr>
              <a:t>analysis_log.db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59" y="4617720"/>
            <a:ext cx="1417320" cy="347472"/>
          </a:xfrm>
          <a:prstGeom prst="rect">
            <a:avLst/>
          </a:prstGeom>
          <a:solidFill>
            <a:srgbClr val="FEF3DC"/>
          </a:solidFill>
          <a:ln w="63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C45E00"/>
                </a:solidFill>
              </a:rPr>
              <a:t>eu_query_log.db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617720"/>
            <a:ext cx="1417320" cy="347472"/>
          </a:xfrm>
          <a:prstGeom prst="rect">
            <a:avLst/>
          </a:prstGeom>
          <a:solidFill>
            <a:srgbClr val="FEF3DC"/>
          </a:solidFill>
          <a:ln w="63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C45E00"/>
                </a:solidFill>
              </a:rPr>
              <a:t>history.json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4617720"/>
            <a:ext cx="1417320" cy="347472"/>
          </a:xfrm>
          <a:prstGeom prst="rect">
            <a:avLst/>
          </a:prstGeom>
          <a:solidFill>
            <a:srgbClr val="FEF3DC"/>
          </a:solidFill>
          <a:ln w="635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C45E00"/>
                </a:solidFill>
              </a:rPr>
              <a:t>chroma_db/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960120"/>
            <a:ext cx="6263640" cy="5349240"/>
          </a:xfrm>
          <a:prstGeom prst="rect">
            <a:avLst/>
          </a:prstGeom>
          <a:solidFill>
            <a:srgbClr val="D5EFE3"/>
          </a:solidFill>
          <a:ln w="1905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960120"/>
            <a:ext cx="6263640" cy="347472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🏛️  EU VAT Hub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1417320"/>
            <a:ext cx="2880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1E6B4A"/>
                </a:solidFill>
              </a:rPr>
              <a:t>api.py  (FastAPI · port 8503)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17556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GET /health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GET /api/v1/invoices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5420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GET /api/v1/invoices/{id}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293522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GET /api/v1/stats/by-country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328415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GET /api/v1/stats/by-tx-type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7216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GET /api/v1/stats/by-treatment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GET /api/v1/logs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4681728"/>
            <a:ext cx="2880360" cy="594360"/>
          </a:xfrm>
          <a:prstGeom prst="rect">
            <a:avLst/>
          </a:prstGeom>
          <a:solidFill>
            <a:srgbClr val="D5EFE3"/>
          </a:solidFill>
          <a:ln w="1270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E6B4A"/>
                </a:solidFill>
              </a:rPr>
              <a:t>logging_middleware.py</a:t>
            </a:r>
          </a:p>
          <a:p>
            <a:pPr algn="ctr"/>
            <a:r>
              <a:rPr sz="800" b="0">
                <a:solidFill>
                  <a:srgbClr val="1E6B4A"/>
                </a:solidFill>
              </a:rPr>
              <a:t>Captures: timestamp · client_country · latency · records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1417320"/>
            <a:ext cx="2971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900" b="1">
                <a:solidFill>
                  <a:srgbClr val="1E6B4A"/>
                </a:solidFill>
              </a:rPr>
              <a:t>app.py  (Streamlit · port 8502)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17556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1 · Overview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1671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2 · Invoice Browser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257860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3 ·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299008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4 · Activity Log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4681728"/>
            <a:ext cx="2971800" cy="594360"/>
          </a:xfrm>
          <a:prstGeom prst="rect">
            <a:avLst/>
          </a:prstGeom>
          <a:solidFill>
            <a:srgbClr val="D5EFE3"/>
          </a:solidFill>
          <a:ln w="1270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1E6B4A"/>
                </a:solidFill>
              </a:rPr>
              <a:t>lib/  seeder.py · database.py · models.py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5349240"/>
            <a:ext cx="5989320" cy="777240"/>
          </a:xfrm>
          <a:prstGeom prst="rect">
            <a:avLst/>
          </a:prstGeom>
          <a:solidFill>
            <a:srgbClr val="FEF3DC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C45E00"/>
                </a:solidFill>
              </a:rPr>
              <a:t>data/eu_vat.db  —  ~2,800 records · 10 member states  ·  tables: invoices · line_items · api_log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" y="5943600"/>
            <a:ext cx="2560320" cy="384048"/>
          </a:xfrm>
          <a:prstGeom prst="rect">
            <a:avLst/>
          </a:prstGeom>
          <a:solidFill>
            <a:srgbClr val="EBD9F7"/>
          </a:solidFill>
          <a:ln w="12700">
            <a:solidFill>
              <a:srgbClr val="5E2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5E2A9A"/>
                </a:solidFill>
              </a:rPr>
              <a:t>⚙️ LM Studio (port 1234)  Chat + Embedding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651760" y="2286000"/>
            <a:ext cx="137160" cy="0"/>
          </a:xfrm>
          <a:prstGeom prst="line">
            <a:avLst/>
          </a:prstGeom>
          <a:ln w="12700">
            <a:solidFill>
              <a:srgbClr val="4472C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577840" y="3474720"/>
            <a:ext cx="182880" cy="0"/>
          </a:xfrm>
          <a:prstGeom prst="line">
            <a:avLst/>
          </a:prstGeom>
          <a:ln w="25400">
            <a:solidFill>
              <a:srgbClr val="333333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559552" y="32004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</a:rPr>
              <a:t>HTTP
REST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1828800" y="5943600"/>
            <a:ext cx="0" cy="320040"/>
          </a:xfrm>
          <a:prstGeom prst="line">
            <a:avLst/>
          </a:prstGeom>
          <a:ln w="19050">
            <a:solidFill>
              <a:srgbClr val="7E57C2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383280" y="3931920"/>
            <a:ext cx="228600" cy="320040"/>
          </a:xfrm>
          <a:prstGeom prst="line">
            <a:avLst/>
          </a:prstGeom>
          <a:ln w="12700">
            <a:solidFill>
              <a:srgbClr val="F4A021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Technical Architecture — Ireland VAT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612648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Pages, library modules, data stores and their wiring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60120"/>
            <a:ext cx="3749039" cy="347472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pages/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71600"/>
            <a:ext cx="3749039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990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1 · Invoice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642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Analysis queue runner — processes queued invoices,
renders verdict table + full rationale expander.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212848"/>
            <a:ext cx="3749039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40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2 · Prioritization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0545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Reads vat_audit.db, ranks by risk score,
period filters, lazy-loads rationale.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054096"/>
            <a:ext cx="3749039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08152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3 · Case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4670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Single invoice deep-dive with verdict and
legislation references.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895344"/>
            <a:ext cx="3749039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9227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4 ·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1879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Multi-select re-analysis. Loads past results from
persistence.py, queues chosen invoices.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736592"/>
            <a:ext cx="3749039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6402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5 · EU Query / Increment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029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Filters EU Hub invoices. Increment tab fetches
IE records post-cutoff, pre-classifies, launches analysis.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5577840"/>
            <a:ext cx="3749039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6052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6 · Activity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870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Displays analysis_log.db — every LLM call
with timestamp, verdict, latency.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960120"/>
            <a:ext cx="4114800" cy="347472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lib/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371600"/>
            <a:ext cx="4114800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13990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analyser.py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66420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RAG retrieval + LM Studio LLM call. Parses verdict JSON.
Writes timing to analysis_log on every call.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212848"/>
            <a:ext cx="4114800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2240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analysis_log.py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50545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SQLite log: timestamp, invoice, supplier, model,
line count, verdict, response_time_ms.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054096"/>
            <a:ext cx="4114800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0815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eu_client.py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34670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httpx client → EU Hub API. Sets X-Client-Country: IE.
Logs all outbound requests to eu_query_log.db.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895344"/>
            <a:ext cx="4114800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9227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database.py / db_seeder.py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18795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Irish invoice SQLite DB (vat_audit.db).
Seeded with synthetic data, cutoff 2026-03-25.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736592"/>
            <a:ext cx="4114800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76402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persistence.py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029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save_result() → appends history.json + syncs to
vat_audit.db. load_results() hydrates AnalysisResult list.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5577840"/>
            <a:ext cx="4114800" cy="777240"/>
          </a:xfrm>
          <a:prstGeom prst="rect">
            <a:avLst/>
          </a:prstGeom>
          <a:solidFill>
            <a:srgbClr val="D9E8F5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56052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99C"/>
                </a:solidFill>
              </a:rPr>
              <a:t>rag.py / vector_store.py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8704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Per-line-item ChromaDB similarity search.
Deduplicates &amp; caps at 12 chunks for the prompt.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960120"/>
            <a:ext cx="3429000" cy="347472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1371600"/>
            <a:ext cx="3429000" cy="960120"/>
          </a:xfrm>
          <a:prstGeom prst="rect">
            <a:avLst/>
          </a:prstGeom>
          <a:solidFill>
            <a:srgbClr val="FEF3DC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1399032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E00"/>
                </a:solidFill>
              </a:rPr>
              <a:t>vat_audit.db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16916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SQLite. Tables: invoices, analyses.
Primary Irish audit database.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2395728"/>
            <a:ext cx="3429000" cy="960120"/>
          </a:xfrm>
          <a:prstGeom prst="rect">
            <a:avLst/>
          </a:prstGeom>
          <a:solidFill>
            <a:srgbClr val="FEF3DC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242316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E00"/>
                </a:solidFill>
              </a:rPr>
              <a:t>history.json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271576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JSON array of serialised AnalysisResult objects.
Loaded by persistence.py.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95360" y="3419856"/>
            <a:ext cx="3429000" cy="960120"/>
          </a:xfrm>
          <a:prstGeom prst="rect">
            <a:avLst/>
          </a:prstGeom>
          <a:solidFill>
            <a:srgbClr val="FEF3DC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44728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E00"/>
                </a:solidFill>
              </a:rPr>
              <a:t>analysis_log.db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73989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One row per LLM call.
Powers page 6 — Activity Log.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4443984"/>
            <a:ext cx="3429000" cy="960120"/>
          </a:xfrm>
          <a:prstGeom prst="rect">
            <a:avLst/>
          </a:prstGeom>
          <a:solidFill>
            <a:srgbClr val="FEF3DC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0" y="447141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E00"/>
                </a:solidFill>
              </a:rPr>
              <a:t>eu_query_log.db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764024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One row per outbound HTTP request to EU Hub.
Shown in EU Query → Activity Log tab.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95360" y="5468112"/>
            <a:ext cx="3429000" cy="960120"/>
          </a:xfrm>
          <a:prstGeom prst="rect">
            <a:avLst/>
          </a:prstGeom>
          <a:solidFill>
            <a:srgbClr val="FEF3DC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5495544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E00"/>
                </a:solidFill>
              </a:rPr>
              <a:t>chroma_db/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78815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Local ChromaDB vector store.
Indexed from Irish VAT legislation PDFs.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Technical Architecture — EU VAT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612648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FastAPI REST API, Streamlit dashboard, middleware and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60120"/>
            <a:ext cx="5303520" cy="347472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api.py  —  FastAPI REST API  (port 8503)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371600"/>
            <a:ext cx="5303520" cy="621792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990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GET 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64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Returns {status, db_records}. Used by Ireland app on startup.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048256"/>
            <a:ext cx="5303520" cy="621792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756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GET /api/v1/invoices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40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Filtered list. Params: country, date_from/to, tx_type,
scope, vat_treatment, description, limit, offset.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724912"/>
            <a:ext cx="5303520" cy="621792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752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GET /api/v1/invoices/{id}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Full invoice detail including line_items[]. Returns 404 if not found.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401568"/>
            <a:ext cx="5303520" cy="621792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429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GET /api/v1/stats/by-country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6941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Aggregate totals (net, VAT, gross, count) grouped by country.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078224"/>
            <a:ext cx="5303520" cy="621792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056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GET /api/v1/stats/by-transaction-type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3708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Count and totals by B2B/B2C and domestic/intra_EU/extra_EU.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754880"/>
            <a:ext cx="5303520" cy="621792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823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GET /api/v1/stats/by-vat-treatment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0474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Count and totals by treatment (standard, reduced, zero…).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5431536"/>
            <a:ext cx="5303520" cy="621792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4589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GET /api/v1/logs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7241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Returns inbound api_log rows. Limit param up to 1000.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6126480"/>
            <a:ext cx="5303520" cy="640080"/>
          </a:xfrm>
          <a:prstGeom prst="rect">
            <a:avLst/>
          </a:prstGeom>
          <a:solidFill>
            <a:srgbClr val="C8E8D8"/>
          </a:solidFill>
          <a:ln w="1270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144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logging_middleware.py  —  ApiLoggingMiddleware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382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Wraps every request. Records: timestamp (UTC), method, endpoint, client_country (from X-Client-Country), status_code, response_time_ms, records_returned → api_log 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960120"/>
            <a:ext cx="2743200" cy="347472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app.py  —  Streamlit Dashboard  (port 8502)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1371600"/>
            <a:ext cx="2743200" cy="1188720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1399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1 ·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17190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KPIs: total records, countries, latest requests.
Recent inbound activity feed.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2670048"/>
            <a:ext cx="2743200" cy="1188720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2 · Invoice 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30175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Filterable invoice list with country, date,
transaction type, VAT treatment filters.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3968496"/>
            <a:ext cx="2743200" cy="1188720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39959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3 ·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4315968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Charts: volume by country, transaction type,
VAT treatment distribution.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5266944"/>
            <a:ext cx="2743200" cy="1188720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5294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4 · Activity 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5614416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Inbound request log with formatted UTC timestamps,
client country flag, status, latency.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960120"/>
            <a:ext cx="3291840" cy="347472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lib/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1371600"/>
            <a:ext cx="3291840" cy="1234440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13990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database.py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1691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init_db(), query_invoices(), count_invoices(),
get_invoice(), get_line_items(), write_api_log(),
get_api_logs(), stats_by_*().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2715768"/>
            <a:ext cx="3291840" cy="1234440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27432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seeder.py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3035808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seed_if_empty() called at startup. Generates ~2,800
synthetic invoices (10 countries, realistic VAT errors)
+ 25 IE increment records dated 2026-03-26 to 2026-03-30.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4059935"/>
            <a:ext cx="3291840" cy="1234440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23960" y="408736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models.py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4379976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Pydantic models: InvoiceSummary, InvoiceDetail,
LineItemSummary, ApiLogEntry, stats models.
No risk fields — factual data only.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5404104"/>
            <a:ext cx="3291840" cy="1234440"/>
          </a:xfrm>
          <a:prstGeom prst="rect">
            <a:avLst/>
          </a:prstGeom>
          <a:solidFill>
            <a:srgbClr val="D5EFE3"/>
          </a:solidFill>
          <a:ln w="1016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23960" y="543153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4A"/>
                </a:solidFill>
              </a:rPr>
              <a:t>logging_middleware.py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5724144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Starlette BaseHTTPMiddleware. Measures elapsed time,
extracts X-Client-Country, reads X-Records-Returned
from response, writes to api_log.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5513832"/>
            <a:ext cx="6217920" cy="822960"/>
          </a:xfrm>
          <a:prstGeom prst="rect">
            <a:avLst/>
          </a:prstGeom>
          <a:solidFill>
            <a:srgbClr val="FEF3DC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97880" y="55321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E00"/>
                </a:solidFill>
              </a:rPr>
              <a:t>data/eu_vat.db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58064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Tables: invoices (invoice_id, dates, parties, amounts, vat_rate_applied, tx_type, tx_scope, vat_treatment, reporting_country) · line_items (description, category, quantity, unit_price, vat_rate_applied, net/vat_amount) · api_log (inbound request audit trail)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Data Flow 1 — Increment Fetch &amp; Analysis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612648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Irish auditor fetches post-cutoff invoices from the EU Hub and queues them for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60120"/>
            <a:ext cx="1606731" cy="658368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👤 Auditor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86245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81051" y="960120"/>
            <a:ext cx="1606731" cy="6583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Ireland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84417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579222" y="960120"/>
            <a:ext cx="1606731" cy="658368"/>
          </a:xfrm>
          <a:prstGeom prst="rect">
            <a:avLst/>
          </a:prstGeom>
          <a:solidFill>
            <a:srgbClr val="F4A021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Irish DB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vat_audit.db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2588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77394" y="960120"/>
            <a:ext cx="1606731" cy="658368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eu_client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.py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975565" y="960120"/>
            <a:ext cx="1606731" cy="658368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eu_query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_log.db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8931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73737" y="960120"/>
            <a:ext cx="1606731" cy="658368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EU Hub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API :8503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77102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371908" y="960120"/>
            <a:ext cx="1606731" cy="658368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api_log</a:t>
            </a:r>
          </a:p>
          <a:p>
            <a:pPr algn="ctr"/>
            <a:r>
              <a:rPr sz="850" b="1">
                <a:solidFill>
                  <a:srgbClr val="FFFFFF"/>
                </a:solidFill>
              </a:rPr>
              <a:t>eu_vat.db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75274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6245" y="1783080"/>
            <a:ext cx="1698172" cy="0"/>
          </a:xfrm>
          <a:prstGeom prst="line">
            <a:avLst/>
          </a:prstGeom>
          <a:ln w="19050">
            <a:solidFill>
              <a:srgbClr val="333333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86691" y="15453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33333"/>
                </a:solidFill>
              </a:rPr>
              <a:t>Click 'Fetch Increment'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" y="161848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84417" y="2441448"/>
            <a:ext cx="3396343" cy="0"/>
          </a:xfrm>
          <a:prstGeom prst="line">
            <a:avLst/>
          </a:prstGeom>
          <a:ln w="19050">
            <a:solidFill>
              <a:srgbClr val="4472C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33948" y="22037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72C4"/>
                </a:solidFill>
              </a:rPr>
              <a:t>fetch_increment(limit=500)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" y="22768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3099815"/>
            <a:ext cx="3396342" cy="0"/>
          </a:xfrm>
          <a:prstGeom prst="line">
            <a:avLst/>
          </a:prstGeom>
          <a:ln w="19050">
            <a:solidFill>
              <a:srgbClr val="2F9E6F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30291" y="2862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2F9E6F"/>
                </a:solidFill>
              </a:rPr>
              <a:t>GET /api/v1/invoices
?date_from=2026-03-26
X-Client-Country: 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" y="2935223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3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9477102" y="3758184"/>
            <a:ext cx="1698172" cy="0"/>
          </a:xfrm>
          <a:prstGeom prst="line">
            <a:avLst/>
          </a:prstGeom>
          <a:ln w="19050">
            <a:solidFill>
              <a:srgbClr val="2F9E6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777548" y="35204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2F9E6F"/>
                </a:solidFill>
              </a:rPr>
              <a:t>write_api_log(timestamp,IE,…)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" y="35935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4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080760" y="4416552"/>
            <a:ext cx="3396342" cy="0"/>
          </a:xfrm>
          <a:prstGeom prst="line">
            <a:avLst/>
          </a:prstGeom>
          <a:ln w="19050">
            <a:solidFill>
              <a:srgbClr val="2F9E6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30291" y="4178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2F9E6F"/>
                </a:solidFill>
              </a:rPr>
              <a:t>JSON {total, items[25]}
X-Records-Returned: 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" y="42519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0760" y="5074920"/>
            <a:ext cx="1698171" cy="0"/>
          </a:xfrm>
          <a:prstGeom prst="line">
            <a:avLst/>
          </a:prstGeom>
          <a:ln w="19050">
            <a:solidFill>
              <a:srgbClr val="F4A021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81205" y="48371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4A021"/>
                </a:solidFill>
              </a:rPr>
              <a:t>write_log(GET, 200, 25, latency)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" y="49103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6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684417" y="5733288"/>
            <a:ext cx="3396343" cy="0"/>
          </a:xfrm>
          <a:prstGeom prst="line">
            <a:avLst/>
          </a:prstGeom>
          <a:ln w="19050">
            <a:solidFill>
              <a:srgbClr val="4472C4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33948" y="54955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472C4"/>
                </a:solidFill>
              </a:rPr>
              <a:t>items[]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" y="556869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684417" y="6391656"/>
            <a:ext cx="1698171" cy="0"/>
          </a:xfrm>
          <a:prstGeom prst="line">
            <a:avLst/>
          </a:prstGeom>
          <a:ln w="19050">
            <a:solidFill>
              <a:srgbClr val="F4A021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984862" y="61539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4A021"/>
                </a:solidFill>
              </a:rPr>
              <a:t>SELECT supplier 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" y="622706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Data Flow 2 — LLM Compliance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612648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Per-invoice pipeline: RAG retrieval → LM Studio → verdict parsing → persistence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" y="960120"/>
            <a:ext cx="1247648" cy="658368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👤 Auditor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975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94536" y="960120"/>
            <a:ext cx="1247648" cy="6583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Invoice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Analyzer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183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15336" y="960120"/>
            <a:ext cx="1247648" cy="658368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analyser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.py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391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36136" y="960120"/>
            <a:ext cx="1247648" cy="6583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rag.py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99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56936" y="960120"/>
            <a:ext cx="1247648" cy="658368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ChromaDB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chroma_db/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777736" y="960120"/>
            <a:ext cx="1247648" cy="658368"/>
          </a:xfrm>
          <a:prstGeom prst="rect">
            <a:avLst/>
          </a:prstGeom>
          <a:solidFill>
            <a:srgbClr val="5E2A9A"/>
          </a:solidFill>
          <a:ln w="12700">
            <a:solidFill>
              <a:srgbClr val="5E2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LM Studio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:1234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15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98535" y="960120"/>
            <a:ext cx="1247648" cy="658368"/>
          </a:xfrm>
          <a:prstGeom prst="rect">
            <a:avLst/>
          </a:prstGeom>
          <a:solidFill>
            <a:srgbClr val="F4A021"/>
          </a:solidFill>
          <a:ln w="12700">
            <a:solidFill>
              <a:srgbClr val="F4A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analysis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_log.db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223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419336" y="960120"/>
            <a:ext cx="1247648" cy="658368"/>
          </a:xfrm>
          <a:prstGeom prst="rect">
            <a:avLst/>
          </a:prstGeom>
          <a:solidFill>
            <a:srgbClr val="1F499C"/>
          </a:solidFill>
          <a:ln w="12700">
            <a:solidFill>
              <a:srgbClr val="1F49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persistence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.py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431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740136" y="960120"/>
            <a:ext cx="1247648" cy="658368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vat_audit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.db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3639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7560" y="1783080"/>
            <a:ext cx="1320800" cy="0"/>
          </a:xfrm>
          <a:prstGeom prst="line">
            <a:avLst/>
          </a:prstGeom>
          <a:ln w="19050">
            <a:solidFill>
              <a:srgbClr val="333333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55039" y="1545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333333"/>
                </a:solidFill>
              </a:rPr>
              <a:t>▶ Run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" y="161848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18360" y="2350008"/>
            <a:ext cx="1320800" cy="0"/>
          </a:xfrm>
          <a:prstGeom prst="line">
            <a:avLst/>
          </a:prstGeom>
          <a:ln w="19050">
            <a:solidFill>
              <a:srgbClr val="4472C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75840" y="211226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72C4"/>
                </a:solidFill>
              </a:rPr>
              <a:t>analyse(invoice)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" y="2185415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39160" y="2916936"/>
            <a:ext cx="1320800" cy="0"/>
          </a:xfrm>
          <a:prstGeom prst="line">
            <a:avLst/>
          </a:prstGeom>
          <a:ln w="19050">
            <a:solidFill>
              <a:srgbClr val="4472C4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96640" y="26791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72C4"/>
                </a:solidFill>
              </a:rPr>
              <a:t>retrieve(line_item)
× each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" y="275234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59960" y="3483863"/>
            <a:ext cx="2641600" cy="0"/>
          </a:xfrm>
          <a:prstGeom prst="line">
            <a:avLst/>
          </a:prstGeom>
          <a:ln w="19050">
            <a:solidFill>
              <a:srgbClr val="7E57C2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77840" y="32461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E57C2"/>
                </a:solidFill>
              </a:rPr>
              <a:t>POST /v1/embeddings
(description + category)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" y="3319271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4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759960" y="4050791"/>
            <a:ext cx="2641600" cy="0"/>
          </a:xfrm>
          <a:prstGeom prst="line">
            <a:avLst/>
          </a:prstGeom>
          <a:ln w="19050">
            <a:solidFill>
              <a:srgbClr val="7E57C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577840" y="38130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E57C2"/>
                </a:solidFill>
              </a:rPr>
              <a:t>embedding vector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" y="38862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759960" y="4617720"/>
            <a:ext cx="1320800" cy="0"/>
          </a:xfrm>
          <a:prstGeom prst="line">
            <a:avLst/>
          </a:prstGeom>
          <a:ln w="19050">
            <a:solidFill>
              <a:srgbClr val="F4A021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917440" y="43799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4A021"/>
                </a:solidFill>
              </a:rPr>
              <a:t>similarity_search(vector, top-k)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" y="44531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6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4759960" y="5184648"/>
            <a:ext cx="1320800" cy="0"/>
          </a:xfrm>
          <a:prstGeom prst="line">
            <a:avLst/>
          </a:prstGeom>
          <a:ln w="19050">
            <a:solidFill>
              <a:srgbClr val="F4A02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17440" y="4946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4A021"/>
                </a:solidFill>
              </a:rPr>
              <a:t>legislation chunks[]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" y="50200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90520" y="5623560"/>
            <a:ext cx="1115568" cy="347472"/>
          </a:xfrm>
          <a:prstGeom prst="rect">
            <a:avLst/>
          </a:prstGeom>
          <a:solidFill>
            <a:srgbClr val="D9E8F5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4472C4"/>
                </a:solidFill>
              </a:rPr>
              <a:t>dedup · cap 12 chunks</a:t>
            </a:r>
          </a:p>
          <a:p>
            <a:pPr algn="ctr"/>
            <a:r>
              <a:rPr sz="600" b="0">
                <a:solidFill>
                  <a:srgbClr val="4472C4"/>
                </a:solidFill>
              </a:rPr>
              <a:t>format_context()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" y="55869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8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439160" y="6318504"/>
            <a:ext cx="3962400" cy="0"/>
          </a:xfrm>
          <a:prstGeom prst="line">
            <a:avLst/>
          </a:prstGeom>
          <a:ln w="19050">
            <a:solidFill>
              <a:srgbClr val="7E57C2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17440" y="6080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E57C2"/>
                </a:solidFill>
              </a:rPr>
              <a:t>POST /v1/chat/completions
(invoice JSON + legislation)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" y="61539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888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Data Flow 3 — EU Hub Inbound Request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612648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</a:rPr>
              <a:t>Every request from any member state is intercepted, timed and logged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1" y="960120"/>
            <a:ext cx="1834895" cy="658368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Member State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App (e.g. IE)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27759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191512" y="960120"/>
            <a:ext cx="1834895" cy="658368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ApiLogging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Middleware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72712" y="960120"/>
            <a:ext cx="1834895" cy="658368"/>
          </a:xfrm>
          <a:prstGeom prst="rect">
            <a:avLst/>
          </a:prstGeom>
          <a:solidFill>
            <a:srgbClr val="2F9E6F"/>
          </a:solidFill>
          <a:ln w="12700">
            <a:solidFill>
              <a:srgbClr val="2F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FastAPI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Route Handler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901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53912" y="960120"/>
            <a:ext cx="1834895" cy="658368"/>
          </a:xfrm>
          <a:prstGeom prst="rect">
            <a:avLst/>
          </a:prstGeom>
          <a:solidFill>
            <a:srgbClr val="C45E00"/>
          </a:solidFill>
          <a:ln w="12700">
            <a:solidFill>
              <a:srgbClr val="C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eu_vat.db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api_log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713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135112" y="960120"/>
            <a:ext cx="1834895" cy="658368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EU Hub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Dashboard :8502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16312" y="960120"/>
            <a:ext cx="1834895" cy="6583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👤 EU</a:t>
            </a:r>
          </a:p>
          <a:p>
            <a:pPr algn="ctr"/>
            <a:r>
              <a:rPr sz="900" b="1">
                <a:solidFill>
                  <a:srgbClr val="FFFFFF"/>
                </a:solidFill>
              </a:rPr>
              <a:t>Administrator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033760" y="1618488"/>
            <a:ext cx="0" cy="5102352"/>
          </a:xfrm>
          <a:prstGeom prst="line">
            <a:avLst/>
          </a:prstGeom>
          <a:ln w="9525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27759" y="1783080"/>
            <a:ext cx="1981201" cy="0"/>
          </a:xfrm>
          <a:prstGeom prst="line">
            <a:avLst/>
          </a:prstGeom>
          <a:ln w="19050">
            <a:solidFill>
              <a:srgbClr val="2F9E6F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78279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F9E6F"/>
                </a:solidFill>
              </a:rPr>
              <a:t>HTTP request
+ X-Client-Country: 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" y="161848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313432"/>
            <a:ext cx="1188720" cy="347472"/>
          </a:xfrm>
          <a:prstGeom prst="rect">
            <a:avLst/>
          </a:prstGeom>
          <a:solidFill>
            <a:srgbClr val="D5EFE3"/>
          </a:solidFill>
          <a:ln w="1016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E6B4A"/>
                </a:solidFill>
              </a:rPr>
              <a:t>record t₀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" y="22768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3099815"/>
            <a:ext cx="1981200" cy="0"/>
          </a:xfrm>
          <a:prstGeom prst="line">
            <a:avLst/>
          </a:prstGeom>
          <a:ln w="19050">
            <a:solidFill>
              <a:srgbClr val="1E6B4A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59480" y="2825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6B4A"/>
                </a:solidFill>
              </a:rPr>
              <a:t>forward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" y="2935223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90160" y="3758184"/>
            <a:ext cx="1981200" cy="0"/>
          </a:xfrm>
          <a:prstGeom prst="line">
            <a:avLst/>
          </a:prstGeom>
          <a:ln w="19050">
            <a:solidFill>
              <a:srgbClr val="F4A021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40680" y="3483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A021"/>
                </a:solidFill>
              </a:rPr>
              <a:t>query invoices / stats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" y="35935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4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090160" y="4416552"/>
            <a:ext cx="1981200" cy="0"/>
          </a:xfrm>
          <a:prstGeom prst="line">
            <a:avLst/>
          </a:prstGeom>
          <a:ln w="19050">
            <a:solidFill>
              <a:srgbClr val="F4A02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40680" y="4142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A021"/>
                </a:solidFill>
              </a:rPr>
              <a:t>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" y="425196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108960" y="5074920"/>
            <a:ext cx="1981200" cy="0"/>
          </a:xfrm>
          <a:prstGeom prst="line">
            <a:avLst/>
          </a:prstGeom>
          <a:ln w="19050">
            <a:solidFill>
              <a:srgbClr val="1E6B4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45948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6B4A"/>
                </a:solidFill>
              </a:rPr>
              <a:t>response
+ X-Records-Returned header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" y="49103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5605272"/>
            <a:ext cx="1188720" cy="347472"/>
          </a:xfrm>
          <a:prstGeom prst="rect">
            <a:avLst/>
          </a:prstGeom>
          <a:solidFill>
            <a:srgbClr val="D5EFE3"/>
          </a:solidFill>
          <a:ln w="10160">
            <a:solidFill>
              <a:srgbClr val="1E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E6B4A"/>
                </a:solidFill>
              </a:rPr>
              <a:t>elapsed = now − t₀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" y="556869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08960" y="6391656"/>
            <a:ext cx="3962400" cy="0"/>
          </a:xfrm>
          <a:prstGeom prst="line">
            <a:avLst/>
          </a:prstGeom>
          <a:ln w="19050">
            <a:solidFill>
              <a:srgbClr val="F4A021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50080" y="61173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A021"/>
                </a:solidFill>
              </a:rPr>
              <a:t>INSERT api_log
(timestamp UTC,
method, endpoint,
client_country,
status, latency, records)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" y="622706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