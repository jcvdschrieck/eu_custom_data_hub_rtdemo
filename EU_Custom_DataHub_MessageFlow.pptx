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FFFFFF"/>
                </a:solidFill>
              </a:rPr>
              <a:t>EU Custom Data Hub — Message Flow: from Transaction Generation to Ireland Investigation Queue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475488"/>
          </a:xfrm>
          <a:prstGeom prst="rect">
            <a:avLst/>
          </a:prstGeom>
          <a:solidFill>
            <a:srgbClr val="FFED00"/>
          </a:solidFill>
          <a:ln w="12700">
            <a:solidFill>
              <a:srgbClr val="FFE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"/>
            <a:ext cx="12188952" cy="3118104"/>
          </a:xfrm>
          <a:prstGeom prst="rect">
            <a:avLst/>
          </a:prstGeom>
          <a:solidFill>
            <a:srgbClr val="D4DFF2"/>
          </a:solidFill>
          <a:ln w="12700">
            <a:solidFill>
              <a:srgbClr val="D4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48456"/>
            <a:ext cx="12188952" cy="3118104"/>
          </a:xfrm>
          <a:prstGeom prst="rect">
            <a:avLst/>
          </a:prstGeom>
          <a:solidFill>
            <a:srgbClr val="D0EDDD"/>
          </a:solidFill>
          <a:ln w="12700">
            <a:solidFill>
              <a:srgbClr val="D0E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648456"/>
            <a:ext cx="12188952" cy="2743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30352"/>
            <a:ext cx="1078992" cy="3118104"/>
          </a:xfrm>
          <a:prstGeom prst="rect">
            <a:avLst/>
          </a:prstGeom>
          <a:solidFill>
            <a:srgbClr val="003399"/>
          </a:solidFill>
          <a:ln w="1270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EU Custom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Data Hub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European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Commission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port 8505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3648456"/>
            <a:ext cx="1078992" cy="3118104"/>
          </a:xfrm>
          <a:prstGeom prst="rect">
            <a:avLst/>
          </a:prstGeom>
          <a:solidFill>
            <a:srgbClr val="169B62"/>
          </a:solidFill>
          <a:ln w="12700"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FFFFFF"/>
                </a:solidFill>
              </a:rPr>
              <a:t>Ireland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Investigation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Irish Revenue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Agent + Queue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32" y="676656"/>
            <a:ext cx="1296162" cy="2825496"/>
          </a:xfrm>
          <a:prstGeom prst="rect">
            <a:avLst/>
          </a:prstGeom>
          <a:solidFill>
            <a:srgbClr val="CEE5F2"/>
          </a:solidFill>
          <a:ln w="19050"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0432" y="676656"/>
            <a:ext cx="1296162" cy="402336"/>
          </a:xfrm>
          <a:prstGeom prst="rect">
            <a:avLst/>
          </a:prstGeom>
          <a:solidFill>
            <a:srgbClr val="176AA0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52728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6AA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Simulation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1,514 March 2026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transactions pre-seeded.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Scenario week 2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(8–14 Mar):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TechZone GmbH → IE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8 txn/day at 0%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(correct: 23%)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Replay speed: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configurab. 1×–2880×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2728" y="3026664"/>
            <a:ext cx="1131570" cy="402336"/>
          </a:xfrm>
          <a:prstGeom prst="rect">
            <a:avLst/>
          </a:prstGeom>
          <a:solidFill>
            <a:srgbClr val="176AA0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simulation.db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2728" y="3026664"/>
            <a:ext cx="1131570" cy="80467"/>
          </a:xfrm>
          <a:prstGeom prst="rect">
            <a:avLst/>
          </a:prstGeom>
          <a:solidFill>
            <a:srgbClr val="CEE5F2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48890" y="676656"/>
            <a:ext cx="1296162" cy="2825496"/>
          </a:xfrm>
          <a:prstGeom prst="rect">
            <a:avLst/>
          </a:prstGeom>
          <a:solidFill>
            <a:srgbClr val="CEE5F2"/>
          </a:solidFill>
          <a:ln w="19050"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48890" y="676656"/>
            <a:ext cx="1296162" cy="402336"/>
          </a:xfrm>
          <a:prstGeom prst="rect">
            <a:avLst/>
          </a:prstGeom>
          <a:solidFill>
            <a:srgbClr val="176AA0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31186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76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76AA0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6090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Simulation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0330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asyncio background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task; ticks every 50ms.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Advances simulated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clock at configured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speed.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Fetches pending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transactions ≤ sim_time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from simulation.db;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marks fired=1.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Calls fire_callback()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27348" y="676656"/>
            <a:ext cx="1296162" cy="2825496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27348" y="676656"/>
            <a:ext cx="1296162" cy="402336"/>
          </a:xfrm>
          <a:prstGeom prst="rect">
            <a:avLst/>
          </a:prstGeom>
          <a:solidFill>
            <a:srgbClr val="003399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009644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3399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4548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Insert to EU Custom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8787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insert_transaction()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writes each record to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european_custom.db.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Transaction added to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in-memory live queue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(30-tx ring buffer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for front-end poll).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All records stored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regardless of VAT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correctness.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9644" y="3026664"/>
            <a:ext cx="1131570" cy="402336"/>
          </a:xfrm>
          <a:prstGeom prst="rect">
            <a:avLst/>
          </a:prstGeom>
          <a:solidFill>
            <a:srgbClr val="007A8A"/>
          </a:solidFill>
          <a:ln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european_custom.db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09644" y="3026664"/>
            <a:ext cx="1131570" cy="80467"/>
          </a:xfrm>
          <a:prstGeom prst="rect">
            <a:avLst/>
          </a:prstGeom>
          <a:solidFill>
            <a:srgbClr val="CCEAEE"/>
          </a:solidFill>
          <a:ln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5806" y="676656"/>
            <a:ext cx="1296162" cy="2825496"/>
          </a:xfrm>
          <a:prstGeom prst="rect">
            <a:avLst/>
          </a:prstGeom>
          <a:solidFill>
            <a:srgbClr val="FAE0E0"/>
          </a:solidFill>
          <a:ln w="1905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05806" y="676656"/>
            <a:ext cx="1296162" cy="402336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88102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CC2222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3006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VAT Alarm Checker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7246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After DB write: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7-day VAT/value ratio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vs 8-week baseline.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Deviation &gt; 25%: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alarm raised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(7-day validity)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Active alarm + IE: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suspicious = 1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suspicion: MEDIUM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Non-IE: alarm only,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no suspicious flag.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88102" y="3191256"/>
            <a:ext cx="1131570" cy="237744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⚠ alarms table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84264" y="676656"/>
            <a:ext cx="1296162" cy="2825496"/>
          </a:xfrm>
          <a:prstGeom prst="rect">
            <a:avLst/>
          </a:prstGeom>
          <a:solidFill>
            <a:srgbClr val="E8DDF5"/>
          </a:solidFill>
          <a:ln w="1905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84264" y="676656"/>
            <a:ext cx="1296162" cy="402336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66560" y="749808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A3D9A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41464" y="731520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Agent Queue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75704" y="1161288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If suspicious=1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(IE-bound only):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tx enqueued to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asyncio.Queue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(non-blocking).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Background worker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picks up items;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runs agent in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ThreadPoolExecutor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(keeps sim loop free).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Queue depth shown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in /api/simulation/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status.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62722" y="3794760"/>
            <a:ext cx="1296162" cy="2825496"/>
          </a:xfrm>
          <a:prstGeom prst="rect">
            <a:avLst/>
          </a:prstGeom>
          <a:solidFill>
            <a:srgbClr val="E8DDF5"/>
          </a:solidFill>
          <a:ln w="19050"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62722" y="3794760"/>
            <a:ext cx="1296162" cy="402336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5018" y="386791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A3D9A"/>
                </a:solidFill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19922" y="3849624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VAT Fraud Detection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4162" y="4279392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Subprocess bridge: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agent_bridge.py calls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_analyse_tx.py in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vat_fraud_detection/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Builds Invoice +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LineItem from tx dict.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RAG retrieves Irish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VAT legislation from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ChromaDB.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LM Studio LLM returns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verdict per line item: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correct / incorrect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/ uncertain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45018" y="6309360"/>
            <a:ext cx="1131570" cy="237744"/>
          </a:xfrm>
          <a:prstGeom prst="rect">
            <a:avLst/>
          </a:prstGeom>
          <a:solidFill>
            <a:srgbClr val="6A3D9A"/>
          </a:solidFill>
          <a:ln>
            <a:solidFill>
              <a:srgbClr val="6A3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LM Studio  port 1234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1180" y="3794760"/>
            <a:ext cx="1296162" cy="2825496"/>
          </a:xfrm>
          <a:prstGeom prst="rect">
            <a:avLst/>
          </a:prstGeom>
          <a:solidFill>
            <a:srgbClr val="D0EDDD"/>
          </a:solidFill>
          <a:ln w="19050"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41180" y="3794760"/>
            <a:ext cx="1296162" cy="40233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23476" y="386791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9B62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8380" y="3849624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Verdict Routing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32619" y="4279392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INCORRECT: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suspicion_level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upgraded to HIGH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insert_ireland_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queue()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insert_agent_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log(sent=1)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CORRECT /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UNCERTAIN: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suspicious flag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cleared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→ insert_agent_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 log(sent=0)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23476" y="6053328"/>
            <a:ext cx="1131570" cy="219456"/>
          </a:xfrm>
          <a:prstGeom prst="rect">
            <a:avLst/>
          </a:prstGeom>
          <a:solidFill>
            <a:srgbClr val="CC2222"/>
          </a:solidFill>
          <a:ln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INCORRECT → 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23476" y="6309360"/>
            <a:ext cx="1131570" cy="21945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CORRECT / UNCERTAIN → cleared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819638" y="3794760"/>
            <a:ext cx="1296162" cy="2825496"/>
          </a:xfrm>
          <a:prstGeom prst="rect">
            <a:avLst/>
          </a:prstGeom>
          <a:solidFill>
            <a:srgbClr val="D0EDDD"/>
          </a:solidFill>
          <a:ln w="19050"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819638" y="3794760"/>
            <a:ext cx="1296162" cy="40233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901934" y="3867912"/>
            <a:ext cx="256032" cy="256032"/>
          </a:xfrm>
          <a:prstGeom prst="rect">
            <a:avLst/>
          </a:prstGeom>
          <a:solidFill>
            <a:srgbClr val="FFFFFF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9B62"/>
                </a:solidFill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76838" y="3849624"/>
            <a:ext cx="74752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Ireland Investigation Queue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11078" y="4279392"/>
            <a:ext cx="1113282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22222"/>
                </a:solidFill>
              </a:rPr>
              <a:t>Confirmed-incorrect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cases available for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local investigation.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Each entry includes: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Transaction detail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Alarm key + deviation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Applied vs correct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  VAT rate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Agent reasoning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· Suspicion: HIGH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/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Front-end:</a:t>
            </a:r>
          </a:p>
          <a:p>
            <a:pPr algn="l"/>
            <a:r>
              <a:rPr sz="750" b="0" i="0">
                <a:solidFill>
                  <a:srgbClr val="222222"/>
                </a:solidFill>
              </a:rPr>
              <a:t>/ireland page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901934" y="6144768"/>
            <a:ext cx="1131570" cy="402336"/>
          </a:xfrm>
          <a:prstGeom prst="rect">
            <a:avLst/>
          </a:prstGeom>
          <a:solidFill>
            <a:srgbClr val="169B62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FFFFFF"/>
                </a:solidFill>
              </a:rPr>
              <a:t>ireland_queue table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01934" y="6144768"/>
            <a:ext cx="1131570" cy="80467"/>
          </a:xfrm>
          <a:prstGeom prst="rect">
            <a:avLst/>
          </a:prstGeom>
          <a:solidFill>
            <a:srgbClr val="D0EDDD"/>
          </a:solidFill>
          <a:ln>
            <a:solidFill>
              <a:srgbClr val="169B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2466594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845052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223510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601968" y="2089404"/>
            <a:ext cx="82296" cy="0"/>
          </a:xfrm>
          <a:prstGeom prst="line">
            <a:avLst/>
          </a:prstGeom>
          <a:ln w="25400">
            <a:solidFill>
              <a:srgbClr val="003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358884" y="5207508"/>
            <a:ext cx="82296" cy="0"/>
          </a:xfrm>
          <a:prstGeom prst="line">
            <a:avLst/>
          </a:prstGeom>
          <a:ln w="25400">
            <a:solidFill>
              <a:srgbClr val="169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737342" y="5207508"/>
            <a:ext cx="82296" cy="0"/>
          </a:xfrm>
          <a:prstGeom prst="line">
            <a:avLst/>
          </a:prstGeom>
          <a:ln w="25400">
            <a:solidFill>
              <a:srgbClr val="169B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397153" y="3502152"/>
            <a:ext cx="0" cy="146304"/>
          </a:xfrm>
          <a:prstGeom prst="line">
            <a:avLst/>
          </a:prstGeom>
          <a:ln w="2540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7397153" y="3648456"/>
            <a:ext cx="1248841" cy="0"/>
          </a:xfrm>
          <a:prstGeom prst="line">
            <a:avLst/>
          </a:prstGeom>
          <a:ln w="25400">
            <a:solidFill>
              <a:srgbClr val="6A3D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645994" y="3648456"/>
            <a:ext cx="0" cy="146304"/>
          </a:xfrm>
          <a:prstGeom prst="line">
            <a:avLst/>
          </a:prstGeom>
          <a:ln w="25400">
            <a:solidFill>
              <a:srgbClr val="6A3D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7351433" y="330098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6A3D9A"/>
                </a:solidFill>
              </a:rPr>
              <a:t>suspicious IE tx</a:t>
            </a:r>
          </a:p>
          <a:p>
            <a:pPr algn="ctr"/>
            <a:r>
              <a:rPr sz="700" b="0" i="1">
                <a:solidFill>
                  <a:srgbClr val="6A3D9A"/>
                </a:solidFill>
              </a:rPr>
              <a:t>(suspicion: MEDIUM)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4592" y="6620256"/>
            <a:ext cx="11887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AAAAAA"/>
                </a:solidFill>
              </a:rPr>
              <a:t>─── EU Data Hub flow (blue)     ─── Ireland investigation flow (green)     ─── Agent handoff: suspicious IE transaction (purple)     All transactions recorded in european_custom.db regardless of flow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" y="6300216"/>
            <a:ext cx="987551" cy="420624"/>
          </a:xfrm>
          <a:prstGeom prst="rect">
            <a:avLst/>
          </a:prstGeom>
          <a:solidFill>
            <a:srgbClr val="FAE0E0"/>
          </a:solidFill>
          <a:ln w="10160">
            <a:solidFill>
              <a:srgbClr val="CC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650" b="0">
                <a:solidFill>
                  <a:srgbClr val="CC2222"/>
                </a:solidFill>
              </a:rPr>
              <a:t>MEDIUM</a:t>
            </a:r>
          </a:p>
          <a:p>
            <a:pPr algn="ctr"/>
            <a:r>
              <a:rPr sz="650" b="0">
                <a:solidFill>
                  <a:srgbClr val="CC2222"/>
                </a:solidFill>
              </a:rPr>
              <a:t>→ alarm</a:t>
            </a:r>
          </a:p>
          <a:p>
            <a:pPr algn="ctr"/>
            <a:r>
              <a:rPr sz="650" b="0">
                <a:solidFill>
                  <a:srgbClr val="CC2222"/>
                </a:solidFill>
              </a:rPr>
              <a:t>HIGH</a:t>
            </a:r>
          </a:p>
          <a:p>
            <a:pPr algn="ctr"/>
            <a:r>
              <a:rPr sz="650" b="0">
                <a:solidFill>
                  <a:srgbClr val="CC2222"/>
                </a:solidFill>
              </a:rPr>
              <a:t>→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